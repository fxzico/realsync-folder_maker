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371600" cy="13716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4884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2004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B0B0B8"/>
                </a:solidFill>
                <a:latin typeface="Segoe UI"/>
              </a:rPr>
              <a:t>Zero-friction folder generation &amp; context-aware renaming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B0B0B8"/>
                </a:solidFill>
                <a:latin typeface="Segoe UI"/>
              </a:rPr>
              <a:t>for multi-character video post-production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4343400"/>
            <a:ext cx="2103120" cy="384048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4361688"/>
            <a:ext cx="21031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Python · Tkinter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343400"/>
            <a:ext cx="2103120" cy="384048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361688"/>
            <a:ext cx="21031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Windows + macOS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4343400"/>
            <a:ext cx="2103120" cy="384048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4361688"/>
            <a:ext cx="21031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Zero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A1FF"/>
                </a:solidFill>
                <a:latin typeface="Segoe UI"/>
              </a:rPr>
              <a:t>Product Overview &amp; Improvement Roadmap</a:t>
            </a:r>
            <a:r>
              <a:rPr sz="1400" b="0">
                <a:solidFill>
                  <a:srgbClr val="8A8A92"/>
                </a:solidFill>
                <a:latin typeface="Segoe UI"/>
              </a:rPr>
              <a:t>     |     v1.1.0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Manual folder work costs hours — and invites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1965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728" cy="1965960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084832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🗂  Deeply nested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697480"/>
            <a:ext cx="48463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Every character × every scene needs 5 format folders. One reel can mean hundreds of folders built by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394960" cy="1965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109728" cy="1965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84832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⏱  Dozens of man-hours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8463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Repetitive setup and delivery prep drains editor time that should go to the actual 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79"/>
            <a:ext cx="5394960" cy="1965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69079"/>
            <a:ext cx="109728" cy="1965960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4325112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⚠  Naming mistakes 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937759"/>
            <a:ext cx="48463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Hand-typed export names drift from convention — wrong shot, wrong suffix, broken sync downstream.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69079"/>
            <a:ext cx="5394960" cy="1965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69079"/>
            <a:ext cx="109728" cy="1965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25112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🔁  No standard, no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937759"/>
            <a:ext cx="48463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Each editor does it slightly differently; nothing enforces the pipeline's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One lightweight desktop app, three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566160" cy="3108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377440"/>
            <a:ext cx="868680" cy="86868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8346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Instant Folder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8346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Deploy a full character → scene → format structure in one click.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3566160" cy="3108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2377440"/>
            <a:ext cx="868680" cy="86868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377440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474720"/>
            <a:ext cx="28346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Context-Aware Rename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114800"/>
            <a:ext cx="28346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Renames the selected file to spec by reading its own folder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965960"/>
            <a:ext cx="3566160" cy="31089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2377440"/>
            <a:ext cx="868680" cy="8686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377440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474720"/>
            <a:ext cx="28346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Integrated Quick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14800"/>
            <a:ext cx="28346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Jump into any deeply-nested folder as you type — no digging.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0B8"/>
                </a:solidFill>
                <a:latin typeface="Segoe UI"/>
              </a:rPr>
              <a:t>Native </a:t>
            </a:r>
            <a:r>
              <a:rPr sz="1400" b="1">
                <a:solidFill>
                  <a:srgbClr val="33A1FF"/>
                </a:solidFill>
                <a:latin typeface="Consolas"/>
              </a:rPr>
              <a:t>tkinter</a:t>
            </a:r>
            <a:r>
              <a:rPr sz="1400" b="0">
                <a:solidFill>
                  <a:srgbClr val="B0B0B8"/>
                </a:solidFill>
                <a:latin typeface="Segoe UI"/>
              </a:rPr>
              <a:t> only — no pip installs, no background hooks, near-zero latency on remote cloud workstations.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FEATURE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Directory Tree Generator — 3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48640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9728" cy="132588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039112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7ACC"/>
                </a:solidFill>
                <a:latin typeface="Segoe UI"/>
              </a:rPr>
              <a:t>Mode A  </a:t>
            </a:r>
            <a:r>
              <a:rPr sz="1500" b="1">
                <a:solidFill>
                  <a:srgbClr val="FFFFFF"/>
                </a:solidFill>
                <a:latin typeface="Segoe UI"/>
              </a:rPr>
              <a:t>All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496312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Segoe UI"/>
              </a:rPr>
              <a:t>Full macro ecosystem: Projects / Media / Exports and every delivery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55848"/>
            <a:ext cx="548640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55848"/>
            <a:ext cx="109728" cy="1325880"/>
          </a:xfrm>
          <a:prstGeom prst="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5204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3A1FF"/>
                </a:solidFill>
                <a:latin typeface="Segoe UI"/>
              </a:rPr>
              <a:t>Mode B  </a:t>
            </a:r>
            <a:r>
              <a:rPr sz="1500" b="1">
                <a:solidFill>
                  <a:srgbClr val="FFFFFF"/>
                </a:solidFill>
                <a:latin typeface="Segoe UI"/>
              </a:rPr>
              <a:t>Exports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3977639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Segoe UI"/>
              </a:rPr>
              <a:t>Just the delivery dirs — Raw, Source, Test, Master Timeline, Character Exports.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548640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37176"/>
            <a:ext cx="109728" cy="132588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001768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A745"/>
                </a:solidFill>
                <a:latin typeface="Segoe UI"/>
              </a:rPr>
              <a:t>Mode C  </a:t>
            </a:r>
            <a:r>
              <a:rPr sz="1500" b="1">
                <a:solidFill>
                  <a:srgbClr val="FFFFFF"/>
                </a:solidFill>
                <a:latin typeface="Segoe UI"/>
              </a:rPr>
              <a:t>Character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458968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Segoe UI"/>
              </a:rPr>
              <a:t>The core engine: loops characters × scenes and builds 5 format folders in each.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874519"/>
            <a:ext cx="4983480" cy="42062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8A92"/>
                </a:solidFill>
                <a:latin typeface="Segoe UI"/>
              </a:rPr>
              <a:t>Generated by Mode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514600"/>
            <a:ext cx="457200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3A1FF"/>
                </a:solidFill>
                <a:latin typeface="Consolas"/>
              </a:rPr>
              <a:t>Character Exports/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└─ bubu/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└─ Scene_01/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8A745"/>
                </a:solidFill>
                <a:latin typeface="Consolas"/>
              </a:rPr>
              <a:t>      ├─ MP4/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8A745"/>
                </a:solidFill>
                <a:latin typeface="Consolas"/>
              </a:rPr>
              <a:t>      ├─ Quicktime/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8A745"/>
                </a:solidFill>
                <a:latin typeface="Consolas"/>
              </a:rPr>
              <a:t>      ├─ SyncSO/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8A745"/>
                </a:solidFill>
                <a:latin typeface="Consolas"/>
              </a:rPr>
              <a:t>      ├─ Lipdub/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8A745"/>
                </a:solidFill>
                <a:latin typeface="Consolas"/>
              </a:rPr>
              <a:t>      └─ Audio/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0B0B8"/>
                </a:solidFill>
                <a:latin typeface="Consolas"/>
              </a:rPr>
              <a:t>   └─ Scene_02/  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0B0B8"/>
                </a:solidFill>
                <a:latin typeface="Consolas"/>
              </a:rPr>
              <a:t>└─ meow/ 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FEATURE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Context-Aware Renaming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0B8"/>
                </a:solidFill>
                <a:latin typeface="Segoe UI"/>
              </a:rPr>
              <a:t>Select a file → click Rename → type the shot number. The app reads the folder path and builds the spec name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607040" cy="4572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Format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69464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Suffix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69464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69464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Filename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10607040" cy="54864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72384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072384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72384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.mp4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72384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A745"/>
                </a:solidFill>
                <a:latin typeface="Consolas"/>
              </a:rPr>
              <a:t>Show_Reel_Scene_Char_Shot_01.mp4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47872"/>
            <a:ext cx="10607040" cy="54864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Quicktime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648456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48456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.mov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648456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A745"/>
                </a:solidFill>
                <a:latin typeface="Consolas"/>
              </a:rPr>
              <a:t>Show_Reel_Scene_Char_Shot_01.mov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23944"/>
            <a:ext cx="10607040" cy="54864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24528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224528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_Audio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24528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kept*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24528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A1FF"/>
                </a:solidFill>
                <a:latin typeface="Consolas"/>
              </a:rPr>
              <a:t>Show_Reel_Scene_Char_Shot_01_Audio.wav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00016"/>
            <a:ext cx="10607040" cy="54864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SyncSO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00600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_Sync_so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600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kept*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00600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A623"/>
                </a:solidFill>
                <a:latin typeface="Consolas"/>
              </a:rPr>
              <a:t>Show_Reel_Scene_Char_Shot_01_Sync_so.mp4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276088"/>
            <a:ext cx="10607040" cy="54864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376672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Lipdub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376672"/>
            <a:ext cx="1645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_Lipdub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376672"/>
            <a:ext cx="1463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kept*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376672"/>
            <a:ext cx="4937759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A623"/>
                </a:solidFill>
                <a:latin typeface="Consolas"/>
              </a:rPr>
              <a:t>Show_Reel_Scene_Char_Shot_01_Lipdub.mov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97879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A745"/>
                </a:solidFill>
                <a:latin typeface="Segoe UI"/>
              </a:rPr>
              <a:t>* v1.1 fix: the file's real extension is preserved — renaming never fakes a codec (a .wav stays .wav).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FEATURE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Integrated Quick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46304" cy="14630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1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Type-to-filter — </a:t>
            </a:r>
            <a:r>
              <a:rPr sz="1400" b="0">
                <a:solidFill>
                  <a:srgbClr val="B0B0B8"/>
                </a:solidFill>
                <a:latin typeface="Segoe UI"/>
              </a:rPr>
              <a:t>Live, recursive filter across the whole project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98648"/>
            <a:ext cx="146304" cy="14630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Multi-word match — </a:t>
            </a:r>
            <a:r>
              <a:rPr sz="1400" b="0">
                <a:solidFill>
                  <a:srgbClr val="B0B0B8"/>
                </a:solidFill>
                <a:latin typeface="Segoe UI"/>
              </a:rPr>
              <a:t>“bubu Scene 1” isolates exactly that path matrix.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31335"/>
            <a:ext cx="146304" cy="14630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7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Double-click to open — </a:t>
            </a:r>
            <a:r>
              <a:rPr sz="1400" b="0">
                <a:solidFill>
                  <a:srgbClr val="B0B0B8"/>
                </a:solidFill>
                <a:latin typeface="Segoe UI"/>
              </a:rPr>
              <a:t>Jump straight into the folder in Explorer / Finder.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64023"/>
            <a:ext cx="146304" cy="14630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54295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v1.1: instant — </a:t>
            </a:r>
            <a:r>
              <a:rPr sz="1400" b="0">
                <a:solidFill>
                  <a:srgbClr val="B0B0B8"/>
                </a:solidFill>
                <a:latin typeface="Segoe UI"/>
              </a:rPr>
              <a:t>Tree is cached &amp; filtered in memory — no re-walk per keystroke.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5120640" cy="41148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0840" y="2194560"/>
            <a:ext cx="4480560" cy="457200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58568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bubu Scene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834640"/>
            <a:ext cx="4480560" cy="4572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80360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…/Character Exports/bubu/Scene_01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10712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…/Character Exports/bubu/Scene_01/MP4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41063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…/Character Exports/bubu/Scene_01/Audio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71416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0B0B8"/>
                </a:solidFill>
                <a:latin typeface="Consolas"/>
              </a:rPr>
              <a:t>…/Character Exports/bubu/Scene_01/SyncSO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Main configuration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07</a:t>
            </a:r>
          </a:p>
        </p:txBody>
      </p:sp>
      <p:pic>
        <p:nvPicPr>
          <p:cNvPr id="8" name="Picture 7" descr="main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216376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35040" y="1920240"/>
            <a:ext cx="5486400" cy="42062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9" y="2295144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67128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Target directory + Browse</a:t>
            </a:r>
            <a:r>
              <a:rPr sz="1250" b="0">
                <a:solidFill>
                  <a:srgbClr val="B0B0B8"/>
                </a:solidFill>
                <a:latin typeface="Segoe UI"/>
              </a:rPr>
              <a:t>  —  Point it at any project root.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3044952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16936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Project / Reel / Characters / Scenes</a:t>
            </a:r>
            <a:r>
              <a:rPr sz="1250" b="0">
                <a:solidFill>
                  <a:srgbClr val="B0B0B8"/>
                </a:solidFill>
                <a:latin typeface="Segoe UI"/>
              </a:rPr>
              <a:t>  —  The four inputs that drive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79" y="3794759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666744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Mode A · B · C buttons</a:t>
            </a:r>
            <a:r>
              <a:rPr sz="1250" b="0">
                <a:solidFill>
                  <a:srgbClr val="B0B0B8"/>
                </a:solidFill>
                <a:latin typeface="Segoe UI"/>
              </a:rPr>
              <a:t>  —  One click each — colour-coded by 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4544568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416552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⚡ Rename Selected File</a:t>
            </a:r>
            <a:r>
              <a:rPr sz="1250" b="0">
                <a:solidFill>
                  <a:srgbClr val="B0B0B8"/>
                </a:solidFill>
                <a:latin typeface="Segoe UI"/>
              </a:rPr>
              <a:t>  —  The green context-rename trigger.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5294376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516636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Quick Search + results</a:t>
            </a:r>
            <a:r>
              <a:rPr sz="1250" b="0">
                <a:solidFill>
                  <a:srgbClr val="B0B0B8"/>
                </a:solidFill>
                <a:latin typeface="Segoe UI"/>
              </a:rPr>
              <a:t>  —  Filter and open any nested folder.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context rename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08</a:t>
            </a:r>
          </a:p>
        </p:txBody>
      </p:sp>
      <p:pic>
        <p:nvPicPr>
          <p:cNvPr id="8" name="Picture 7" descr="overlay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216376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35040" y="1920240"/>
            <a:ext cx="5486400" cy="42062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Detected context, zero 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1.  You highlight an export file in Explorer / Finder.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47288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2.  App reads the path — Show, Reel, Scene, Character, 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14215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3.  A centered overlay shows what it detected.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81144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4.  You type only the shot number and hit Enter.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48072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5.  File is renamed to the exact delivery spec.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6072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A745"/>
                </a:solidFill>
                <a:latin typeface="Segoe UI"/>
              </a:rPr>
              <a:t>No global keyboard hooks → no system lag.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How the rename engine thinks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514600" cy="22860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51460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1.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2057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Read selected path
(CF_HDROP on Win,
AppleScript on Mac)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3A1FF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148840"/>
            <a:ext cx="2514600" cy="22860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2148840"/>
            <a:ext cx="2514600" cy="54864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2199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2.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926080"/>
            <a:ext cx="2057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Find 'Character
Exports' in the path
case-insensitively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3A1FF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148840"/>
            <a:ext cx="2514600" cy="22860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148840"/>
            <a:ext cx="2514600" cy="5486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22199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3. Parse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926080"/>
            <a:ext cx="2057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Walk up for Reel &amp;
Show; down for Char,
Scene,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3A1F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6024" y="2148840"/>
            <a:ext cx="2514600" cy="22860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36024" y="2148840"/>
            <a:ext cx="251460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22199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4.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926080"/>
            <a:ext cx="2057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Compose spec name,
preserve real ext,
zero-pad 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92040"/>
            <a:ext cx="10881360" cy="118872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Pure-logic core is unit-tested — </a:t>
            </a:r>
            <a:r>
              <a:rPr sz="1300" b="0">
                <a:solidFill>
                  <a:srgbClr val="33A1FF"/>
                </a:solidFill>
                <a:latin typeface="Consolas"/>
              </a:rPr>
              <a:t>parse_context_from_path()</a:t>
            </a:r>
            <a:r>
              <a:rPr sz="1400" b="1">
                <a:solidFill>
                  <a:srgbClr val="FFFFFF"/>
                </a:solidFill>
                <a:latin typeface="Segoe UI"/>
              </a:rPr>
              <a:t> and </a:t>
            </a:r>
            <a:r>
              <a:rPr sz="1300" b="0">
                <a:solidFill>
                  <a:srgbClr val="33A1FF"/>
                </a:solidFill>
                <a:latin typeface="Consolas"/>
              </a:rPr>
              <a:t>build_new_name()</a:t>
            </a:r>
            <a:r>
              <a:rPr sz="1400" b="1">
                <a:solidFill>
                  <a:srgbClr val="FFFFFF"/>
                </a:solidFill>
                <a:latin typeface="Segoe UI"/>
              </a:rPr>
              <a:t> run headless with no GUI.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8A745"/>
                </a:solidFill>
                <a:latin typeface="Segoe UI"/>
              </a:rPr>
              <a:t>10/10 tests pass — see test_syncflow.py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Why it matters to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697480" cy="21945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697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7ACC"/>
                </a:solidFill>
                <a:latin typeface="Segoe UI"/>
              </a:rPr>
              <a:t>100s 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328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folders per reel,
in a single 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011680"/>
            <a:ext cx="2697480" cy="21945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377440"/>
            <a:ext cx="2697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8A745"/>
                </a:solidFill>
                <a:latin typeface="Segoe UI"/>
              </a:rPr>
              <a:t>~0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8328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pip dependencies
to install &amp;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2697480" cy="21945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2697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A623"/>
                </a:solidFill>
                <a:latin typeface="Segoe UI"/>
              </a:rPr>
              <a:t>2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8328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Windows 10/11
+ native macOS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011680"/>
            <a:ext cx="2697480" cy="21945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377440"/>
            <a:ext cx="2697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7ACC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59" y="338328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naming mistakes when
the path drives the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881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B0B0B8"/>
                </a:solidFill>
                <a:latin typeface="Segoe UI"/>
              </a:rPr>
              <a:t>“Managing highly nested, repetitive folder structures is prone to human error and consumes dozens of man-hours.”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SyncFlow Automator removes both — the structure and the naming become one-click, standardised, and repeatable.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What's new in v1.1 — safer &amp;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728" cy="132588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975104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Extension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395728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Rename now preserves the real file extension — a .wav no longer becomes a mislabeled .mp3.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109728" cy="132588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75104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Reliable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95728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Reads a file already on the clipboard first, then falls back to synthetic Ctrl+C — fixes wrong-window copies.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55848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55848"/>
            <a:ext cx="109728" cy="132588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350215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Non-blocking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3922776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Tree is walked once on a background thread &amp; filtered in memory; debounced keystrokes = no UI freeze.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355848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355848"/>
            <a:ext cx="109728" cy="132588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502152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One-step Undo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22776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Instantly revert the last rename if a shot number was wrong.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82896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882896"/>
            <a:ext cx="109728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502920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Settings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5449824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Last path / project / reel / characters are remembered between sessions.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882896"/>
            <a:ext cx="5394960" cy="13258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882896"/>
            <a:ext cx="109728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  Safety +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449824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0B0B8"/>
                </a:solidFill>
                <a:latin typeface="Segoe UI"/>
              </a:rPr>
              <a:t>Large-deployment confirm prompt, overwrite guard, and a headless test suite (10/10 passing).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it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66160" cy="40233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66160" cy="54864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Now — shipped v1.1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19" y="2779775"/>
            <a:ext cx="118872" cy="11887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265176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Extension-safe renaming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19" y="3493007"/>
            <a:ext cx="118872" cy="11887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364991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Threaded quick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" y="4206240"/>
            <a:ext cx="118872" cy="11887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4078224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Undo + settings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19" y="4919472"/>
            <a:ext cx="118872" cy="11887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7" y="4791456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Headless test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1874519"/>
            <a:ext cx="3566160" cy="40233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1874519"/>
            <a:ext cx="356616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947672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Next — high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779775"/>
            <a:ext cx="118872" cy="11887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265176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Batch rename a whole folder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493007"/>
            <a:ext cx="118872" cy="11887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8" y="3364991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Dry-run preview before apply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206240"/>
            <a:ext cx="118872" cy="11887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93208" y="4078224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Config file for formats/suffixes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919472"/>
            <a:ext cx="118872" cy="11887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4791456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Custom naming templates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874519"/>
            <a:ext cx="3566160" cy="40233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0" y="1874519"/>
            <a:ext cx="3566160" cy="5486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947672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Later — nice to have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19" y="2779775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9407" y="265176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Drag-and-drop onto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19" y="3493007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7" y="3364991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Rename history / audit 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19" y="4206240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7" y="4078224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Project presets per show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19" y="4919472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9407" y="4791456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0B0B8"/>
                </a:solidFill>
                <a:latin typeface="Segoe UI"/>
              </a:rPr>
              <a:t>Optional CLI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A1FF"/>
                </a:solidFill>
                <a:latin typeface="Segoe UI"/>
              </a:rPr>
              <a:t>SHIP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Build &amp; deploy — cross-platform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SyncFlow Automator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92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94960" cy="32004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94960" cy="5486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5394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🪟  Windows  (.exe)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48463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pip install pyinstaller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pyinstaller --noconsole --onefile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>  --name="SyncFlow_Automator" main.py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0B0B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8A745"/>
                </a:solidFill>
                <a:latin typeface="Consolas"/>
              </a:rPr>
              <a:t>→ dist/SyncFlow_Automator.exe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49240" cy="32004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920240"/>
            <a:ext cx="5349240" cy="548640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93392"/>
            <a:ext cx="5349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  macOS  (.app / .dmg)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7548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>pyinstaller --noconsole --onefile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>  --name="SyncFlow_Automator" main.py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>hdiutil create -format UDZO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>  -srcfolder dist/SyncFlow_Automator.app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0B0B8"/>
                </a:solidFill>
                <a:latin typeface="Consolas"/>
              </a:rPr>
              <a:t>  dist/SyncFlow_Automator.dmg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0881360" cy="7772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0B0B8"/>
                </a:solidFill>
                <a:latin typeface="Segoe UI"/>
              </a:rPr>
              <a:t>Quick handover on Mac: no build needed — </a:t>
            </a:r>
            <a:r>
              <a:rPr sz="1350" b="1">
                <a:solidFill>
                  <a:srgbClr val="33A1FF"/>
                </a:solidFill>
                <a:latin typeface="Consolas"/>
              </a:rPr>
              <a:t>python main.py</a:t>
            </a:r>
            <a:r>
              <a:rPr sz="1350" b="0">
                <a:solidFill>
                  <a:srgbClr val="B0B0B8"/>
                </a:solidFill>
                <a:latin typeface="Segoe UI"/>
              </a:rPr>
              <a:t>  runs it straight from source (stdlib only).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280160" cy="128016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28016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33172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Standardise the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06324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33A1FF"/>
                </a:solidFill>
                <a:latin typeface="Segoe UI"/>
              </a:rPr>
              <a:t>Ship the cut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29768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0B0B8"/>
                </a:solidFill>
                <a:latin typeface="Segoe UI"/>
              </a:rPr>
              <a:t>One click builds the tree · one click names the file · one search finds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5074920"/>
            <a:ext cx="3108960" cy="384048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5093207"/>
            <a:ext cx="3108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Try:  python main.py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074920"/>
            <a:ext cx="3840480" cy="384048"/>
          </a:xfrm>
          <a:prstGeom prst="roundRect">
            <a:avLst/>
          </a:prstGeom>
          <a:solidFill>
            <a:srgbClr val="2D2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5093207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Tests:  python test_syncflow.py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A92"/>
                </a:solidFill>
                <a:latin typeface="Segoe UI"/>
              </a:rPr>
              <a:t>SyncFlow Automator v1.1.0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